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Beamer Academic Editable Template</dc:title>
  <dc:subject>16:9 starter template for texcanvas</dc:subject>
  <dc:creator>texcanvas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